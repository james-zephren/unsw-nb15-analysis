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UNSW-NB15 Data Analysis &amp;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Registration Number: </a:t>
            </a:r>
          </a:p>
          <a:p>
            <a:pPr marL="0" indent="0">
              <a:buNone/>
            </a:pPr>
            <a:r>
              <a:rPr lang=""/>
              <a:t>CT206/109471/22</a:t>
            </a:r>
          </a:p>
          <a:p>
            <a:pPr marL="0" indent="0">
              <a:buNone/>
            </a:pPr>
          </a:p>
          <a:p>
            <a:pPr marL="0" indent="0">
              <a:buNone/>
            </a:pPr>
          </a:p>
          <a:p>
            <a:pPr marL="0" indent="0">
              <a:buNone/>
            </a:pPr>
            <a:r>
              <a:rPr>
                <a:sym typeface="+mn-ea"/>
              </a:rPr>
              <a:t>Student Name: </a:t>
            </a:r>
            <a:endParaRPr>
              <a:sym typeface="+mn-ea"/>
            </a:endParaRPr>
          </a:p>
          <a:p>
            <a:pPr marL="0" indent="0">
              <a:buNone/>
            </a:pPr>
            <a:r>
              <a:rPr lang=""/>
              <a:t>Mulela James Mwongela</a:t>
            </a:r>
            <a:endParaRPr lang="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Dataset: UNSW-NB15 training set</a:t>
            </a:r>
          </a:p>
          <a:p>
            <a:r>
              <a:t>Goal: Perform data loading, cleaning, analysis &amp; visualization</a:t>
            </a:r>
          </a:p>
          <a:p>
            <a:r>
              <a:t>Tools used: Python, Pandas, Matplotlib, Seaborn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1: Loading the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Loaded using pandas: </a:t>
            </a:r>
          </a:p>
          <a:p>
            <a:pPr marL="0" indent="0">
              <a:buNone/>
            </a:pPr>
            <a:r>
              <a:t> </a:t>
            </a:r>
            <a:r>
              <a:rPr lang=""/>
              <a:t>   </a:t>
            </a:r>
            <a:r>
              <a:rPr>
                <a:sym typeface="+mn-ea"/>
              </a:rPr>
              <a:t>df = pd.read_csv(...)</a:t>
            </a:r>
          </a:p>
          <a:p>
            <a:pPr marL="0" indent="0">
              <a:buNone/>
            </a:pPr>
          </a:p>
          <a:p>
            <a:pPr marL="0" indent="0">
              <a:buNone/>
            </a:pPr>
            <a:r>
              <a:t>Displayed first rows with df.head()</a:t>
            </a:r>
          </a:p>
          <a:p>
            <a:pPr marL="0" indent="0">
              <a:buNone/>
            </a:pPr>
          </a:p>
          <a:p>
            <a:pPr marL="0" indent="0">
              <a:buNone/>
            </a:pPr>
            <a:r>
              <a:t>Reviewed structure using df.info()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2: Dataset Inspection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Generated descriptive statistics using df.describe()</a:t>
            </a:r>
          </a:p>
          <a:p>
            <a:r>
              <a:t>Checked column data types and structure</a:t>
            </a:r>
          </a:p>
          <a:p>
            <a:r>
              <a:t>Identified null values in dataset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3: 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Checked missing values using df.isnull().sum()</a:t>
            </a:r>
          </a:p>
          <a:p>
            <a:r>
              <a:t>Removed duplicates using df.drop_duplicates()</a:t>
            </a:r>
          </a:p>
          <a:p>
            <a:r>
              <a:t>Dropped missing entries using df.dropna()</a:t>
            </a:r>
          </a:p>
          <a:p>
            <a:r>
              <a:t>Confirmed cleaned dataset shape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4: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Created a countplot of attack categories</a:t>
            </a:r>
          </a:p>
          <a:p>
            <a:r>
              <a:t>Used Seaborn countplot with ordering by frequency</a:t>
            </a:r>
          </a:p>
          <a:p>
            <a:r>
              <a:t>Helped understand dataset imbalance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Code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libraries: pandas, seaborn, matplotlib</a:t>
            </a:r>
          </a:p>
          <a:p>
            <a:r>
              <a:t>Main operations included:</a:t>
            </a:r>
          </a:p>
          <a:p>
            <a:r>
              <a:t>- Data loading</a:t>
            </a:r>
          </a:p>
          <a:p>
            <a:r>
              <a:t>- Data describing</a:t>
            </a:r>
          </a:p>
          <a:p>
            <a:r>
              <a:t>- Data cleaning</a:t>
            </a:r>
          </a:p>
          <a:p>
            <a:r>
              <a:t>- Countplot visualization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 contained several attack categories</a:t>
            </a:r>
          </a:p>
          <a:p>
            <a:r>
              <a:t>Significant imbalance between attack classes</a:t>
            </a:r>
          </a:p>
          <a:p>
            <a:r>
              <a:t>Important insight for cybersecurity detection models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Successfully analyzed and visualized key dataset features</a:t>
            </a:r>
          </a:p>
          <a:p>
            <a:pPr marL="0" indent="0">
              <a:buNone/>
            </a:pPr>
          </a:p>
          <a:p>
            <a:pPr marL="0" indent="0">
              <a:buNone/>
            </a:pPr>
            <a:r>
              <a:t>Cleaned and prepared dataset for further research</a:t>
            </a:r>
          </a:p>
          <a:p>
            <a:pPr marL="0" indent="0">
              <a:buNone/>
            </a:pPr>
          </a:p>
          <a:p>
            <a:pPr marL="0" indent="0">
              <a:buNone/>
            </a:pPr>
            <a:r>
              <a:rPr lang=""/>
              <a:t>Prepared presentation </a:t>
            </a:r>
            <a:r>
              <a:t>Slides </a:t>
            </a:r>
            <a:r>
              <a:rPr lang=""/>
              <a:t>on how everything was done</a:t>
            </a:r>
            <a:endParaRPr lang="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1359</Words>
  <Application>WPS Presentation</Application>
  <PresentationFormat>On-screen Show (4:3)</PresentationFormat>
  <Paragraphs>66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Arial</vt:lpstr>
      <vt:lpstr>SimSun</vt:lpstr>
      <vt:lpstr>Wingdings</vt:lpstr>
      <vt:lpstr>Arial</vt:lpstr>
      <vt:lpstr>Calibri</vt:lpstr>
      <vt:lpstr>Trebuchet MS</vt:lpstr>
      <vt:lpstr>Microsoft YaHei</vt:lpstr>
      <vt:lpstr>Droid Sans Fallback</vt:lpstr>
      <vt:lpstr>Arial Unicode MS</vt:lpstr>
      <vt:lpstr>OpenSymbol</vt:lpstr>
      <vt:lpstr>Office Theme</vt:lpstr>
      <vt:lpstr>UNSW-NB15 Data Analysis &amp; Visualization</vt:lpstr>
      <vt:lpstr>Introduction</vt:lpstr>
      <vt:lpstr>Step 1: Loading the Dataset</vt:lpstr>
      <vt:lpstr>Step 2: Dataset Inspection</vt:lpstr>
      <vt:lpstr>Step 3: Data Cleaning</vt:lpstr>
      <vt:lpstr>Step 4: Visualization</vt:lpstr>
      <vt:lpstr>Python Code Used</vt:lpstr>
      <vt:lpstr>Key Findings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jamesy</cp:lastModifiedBy>
  <cp:revision>3</cp:revision>
  <dcterms:created xsi:type="dcterms:W3CDTF">2025-12-09T07:40:20Z</dcterms:created>
  <dcterms:modified xsi:type="dcterms:W3CDTF">2025-12-09T07:40:20Z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